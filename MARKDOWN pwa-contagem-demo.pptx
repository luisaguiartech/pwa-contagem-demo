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3276" y="-10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14/01/2026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0"/>
            <a:ext cx="68580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smtClean="0"/>
          </a:p>
          <a:p>
            <a:r>
              <a:rPr lang="pt-BR" sz="1400" smtClean="0"/>
              <a:t># </a:t>
            </a:r>
            <a:r>
              <a:rPr lang="pt-BR" sz="1400" dirty="0" smtClean="0"/>
              <a:t>PWA de Contagem Regressiva Personalizado</a:t>
            </a:r>
          </a:p>
          <a:p>
            <a:endParaRPr lang="pt-BR" sz="1400" dirty="0" smtClean="0"/>
          </a:p>
          <a:p>
            <a:r>
              <a:rPr lang="pt-BR" sz="1400" dirty="0" smtClean="0"/>
              <a:t>Transforme datas especiais em experiências digitais memoráveis.  </a:t>
            </a:r>
          </a:p>
          <a:p>
            <a:r>
              <a:rPr lang="pt-BR" sz="1400" dirty="0" err="1" smtClean="0"/>
              <a:t>Instalável</a:t>
            </a:r>
            <a:r>
              <a:rPr lang="pt-BR" sz="1400" dirty="0" smtClean="0"/>
              <a:t>, </a:t>
            </a:r>
            <a:r>
              <a:rPr lang="pt-BR" sz="1400" dirty="0" err="1" smtClean="0"/>
              <a:t>offline</a:t>
            </a:r>
            <a:r>
              <a:rPr lang="pt-BR" sz="1400" dirty="0" smtClean="0"/>
              <a:t> e emocional — feito sob medida para aniversários, bodas, lançamentos, metas pessoais e muito mais.</a:t>
            </a:r>
          </a:p>
          <a:p>
            <a:endParaRPr lang="pt-BR" sz="1400" dirty="0" smtClean="0"/>
          </a:p>
          <a:p>
            <a:r>
              <a:rPr lang="pt-BR" sz="1400" dirty="0" smtClean="0"/>
              <a:t>![Demo GIF](./demo.gif)</a:t>
            </a:r>
          </a:p>
          <a:p>
            <a:endParaRPr lang="pt-BR" sz="1400" dirty="0" smtClean="0"/>
          </a:p>
          <a:p>
            <a:r>
              <a:rPr lang="pt-BR" sz="1400" dirty="0" smtClean="0"/>
              <a:t>## </a:t>
            </a:r>
            <a:r>
              <a:rPr lang="pt-BR" sz="1400" dirty="0" err="1" smtClean="0"/>
              <a:t>🌟</a:t>
            </a:r>
            <a:r>
              <a:rPr lang="pt-BR" sz="1400" dirty="0" smtClean="0"/>
              <a:t> Características</a:t>
            </a:r>
          </a:p>
          <a:p>
            <a:r>
              <a:rPr lang="pt-BR" sz="1400" dirty="0" smtClean="0"/>
              <a:t>- ✅ **PWA </a:t>
            </a:r>
            <a:r>
              <a:rPr lang="pt-BR" sz="1400" dirty="0" err="1" smtClean="0"/>
              <a:t>Instalável</a:t>
            </a:r>
            <a:r>
              <a:rPr lang="pt-BR" sz="1400" dirty="0" smtClean="0"/>
              <a:t>** (funciona como </a:t>
            </a:r>
            <a:r>
              <a:rPr lang="pt-BR" sz="1400" dirty="0" err="1" smtClean="0"/>
              <a:t>app</a:t>
            </a:r>
            <a:r>
              <a:rPr lang="pt-BR" sz="1400" dirty="0" smtClean="0"/>
              <a:t> no celular)  </a:t>
            </a:r>
          </a:p>
          <a:p>
            <a:r>
              <a:rPr lang="pt-BR" sz="1400" dirty="0" smtClean="0"/>
              <a:t>- ✅ **</a:t>
            </a:r>
            <a:r>
              <a:rPr lang="pt-BR" sz="1400" dirty="0" err="1" smtClean="0"/>
              <a:t>Offline</a:t>
            </a:r>
            <a:r>
              <a:rPr lang="pt-BR" sz="1400" dirty="0" smtClean="0"/>
              <a:t> </a:t>
            </a:r>
            <a:r>
              <a:rPr lang="pt-BR" sz="1400" dirty="0" err="1" smtClean="0"/>
              <a:t>First</a:t>
            </a:r>
            <a:r>
              <a:rPr lang="pt-BR" sz="1400" dirty="0" smtClean="0"/>
              <a:t>** (acessível mesmo sem internet)  </a:t>
            </a:r>
          </a:p>
          <a:p>
            <a:r>
              <a:rPr lang="pt-BR" sz="1400" dirty="0" smtClean="0"/>
              <a:t>- ✅ **Design Responsivo** (perfeito para </a:t>
            </a:r>
            <a:r>
              <a:rPr lang="pt-BR" sz="1400" dirty="0" err="1" smtClean="0"/>
              <a:t>mobile</a:t>
            </a:r>
            <a:r>
              <a:rPr lang="pt-BR" sz="1400" dirty="0" smtClean="0"/>
              <a:t> e desktop)  </a:t>
            </a:r>
          </a:p>
          <a:p>
            <a:r>
              <a:rPr lang="pt-BR" sz="1400" dirty="0" smtClean="0"/>
              <a:t>- ✅ **Personalização Visual** (cores, frases, ícones e imagens)  </a:t>
            </a:r>
          </a:p>
          <a:p>
            <a:r>
              <a:rPr lang="pt-BR" sz="1400" dirty="0" smtClean="0"/>
              <a:t>- ✅ **Compartilhamento Social** (via link ou QR </a:t>
            </a:r>
            <a:r>
              <a:rPr lang="pt-BR" sz="1400" dirty="0" err="1" smtClean="0"/>
              <a:t>Code</a:t>
            </a:r>
            <a:r>
              <a:rPr lang="pt-BR" sz="1400" dirty="0" smtClean="0"/>
              <a:t>)</a:t>
            </a:r>
          </a:p>
          <a:p>
            <a:endParaRPr lang="pt-BR" sz="1400" dirty="0" smtClean="0"/>
          </a:p>
          <a:p>
            <a:r>
              <a:rPr lang="pt-BR" sz="1400" dirty="0" smtClean="0"/>
              <a:t>## </a:t>
            </a:r>
            <a:r>
              <a:rPr lang="pt-BR" sz="1400" dirty="0" err="1" smtClean="0"/>
              <a:t>💡</a:t>
            </a:r>
            <a:r>
              <a:rPr lang="pt-BR" sz="1400" dirty="0" smtClean="0"/>
              <a:t> Este é um modelo de demonstração</a:t>
            </a:r>
          </a:p>
          <a:p>
            <a:r>
              <a:rPr lang="pt-BR" sz="1400" dirty="0" smtClean="0"/>
              <a:t>Este repositório mostra **como seu PWA pode ser**, mas **não é o produto final**.  </a:t>
            </a:r>
          </a:p>
          <a:p>
            <a:r>
              <a:rPr lang="pt-BR" sz="1400" dirty="0" smtClean="0"/>
              <a:t>O código completo e personalizado é entregue **exclusivamente após contratação**.</a:t>
            </a:r>
          </a:p>
          <a:p>
            <a:endParaRPr lang="pt-BR" sz="1400" dirty="0" smtClean="0"/>
          </a:p>
          <a:p>
            <a:r>
              <a:rPr lang="pt-BR" sz="1400" dirty="0" smtClean="0"/>
              <a:t>## </a:t>
            </a:r>
            <a:r>
              <a:rPr lang="pt-BR" sz="1400" dirty="0" err="1" smtClean="0"/>
              <a:t>📩</a:t>
            </a:r>
            <a:r>
              <a:rPr lang="pt-BR" sz="1400" dirty="0" smtClean="0"/>
              <a:t> Quero o meu!</a:t>
            </a:r>
          </a:p>
          <a:p>
            <a:r>
              <a:rPr lang="pt-BR" sz="1400" dirty="0" smtClean="0"/>
              <a:t>Entre em contato para receber seu PWA exclusivo com:</a:t>
            </a:r>
          </a:p>
          <a:p>
            <a:r>
              <a:rPr lang="pt-BR" sz="1400" dirty="0" smtClean="0"/>
              <a:t>- Data e hora exatas do seu evento  </a:t>
            </a:r>
          </a:p>
          <a:p>
            <a:r>
              <a:rPr lang="pt-BR" sz="1400" dirty="0" smtClean="0"/>
              <a:t>- Nome e mensagem personalizada  </a:t>
            </a:r>
          </a:p>
          <a:p>
            <a:r>
              <a:rPr lang="pt-BR" sz="1400" dirty="0" smtClean="0"/>
              <a:t>- Cores e estilo alinhados ao seu propósito  </a:t>
            </a:r>
          </a:p>
          <a:p>
            <a:endParaRPr lang="pt-BR" sz="1400" dirty="0" smtClean="0"/>
          </a:p>
          <a:p>
            <a:r>
              <a:rPr lang="pt-BR" sz="1400" dirty="0" err="1" smtClean="0"/>
              <a:t>📧</a:t>
            </a:r>
            <a:r>
              <a:rPr lang="pt-BR" sz="1400" dirty="0" smtClean="0"/>
              <a:t> **</a:t>
            </a:r>
            <a:r>
              <a:rPr lang="pt-BR" sz="1400" dirty="0" err="1" smtClean="0"/>
              <a:t>E-mail</a:t>
            </a:r>
            <a:r>
              <a:rPr lang="pt-BR" sz="1400" dirty="0" smtClean="0"/>
              <a:t>**: [luisaguiartech@gmail.com](mailto:luisaguiartech@gmail.com)  </a:t>
            </a:r>
          </a:p>
          <a:p>
            <a:r>
              <a:rPr lang="pt-BR" sz="1400" dirty="0" err="1" smtClean="0"/>
              <a:t>🔗</a:t>
            </a:r>
            <a:r>
              <a:rPr lang="pt-BR" sz="1400" dirty="0" smtClean="0"/>
              <a:t> **Veja ao vivo**: [https://luisaguiartech.github.io/pwa-contagem-demo/](https://luisaguiartech.github.io/pwa-contagem-demo/)</a:t>
            </a:r>
            <a:endParaRPr lang="pt-B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PresentationFormat>Papel A4 (210 x 297 mm)</PresentationFormat>
  <Paragraphs>27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 x</dc:creator>
  <cp:lastModifiedBy>l67913150</cp:lastModifiedBy>
  <cp:revision>1</cp:revision>
  <dcterms:created xsi:type="dcterms:W3CDTF">2026-01-14T18:35:21Z</dcterms:created>
  <dcterms:modified xsi:type="dcterms:W3CDTF">2026-01-14T18:36:24Z</dcterms:modified>
</cp:coreProperties>
</file>